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9.png"/><Relationship Id="rId12" Type="http://schemas.openxmlformats.org/officeDocument/2006/relationships/image" Target="../media/image-10-10.svg"/><Relationship Id="rId13" Type="http://schemas.openxmlformats.org/officeDocument/2006/relationships/image" Target="../media/image-10-9.png"/><Relationship Id="rId14" Type="http://schemas.openxmlformats.org/officeDocument/2006/relationships/image" Target="../media/image-10-10.svg"/><Relationship Id="rId15" Type="http://schemas.openxmlformats.org/officeDocument/2006/relationships/image" Target="../media/image-10-9.png"/><Relationship Id="rId16" Type="http://schemas.openxmlformats.org/officeDocument/2006/relationships/image" Target="../media/image-10-10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Transforming 3,900 retail transactions into actionable insights using Python, PostgreSQL, and Power BI to improve marketing, inventory, retention, and revenue.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45841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 transactional purchase data to identify trends in demographics, purchasing patterns, product preferences, payment methods, and frequency. Deliver insights to optimize marketing, inventory, and customer retention.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793677"/>
            <a:ext cx="3902943" cy="2211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08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Summary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17390"/>
            <a:ext cx="419100" cy="2589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2217390"/>
            <a:ext cx="130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Basics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523902"/>
            <a:ext cx="130872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Shopping Behavior — 3,900 rows × 18 columns.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217390"/>
            <a:ext cx="419100" cy="2589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2217390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Info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523902"/>
            <a:ext cx="13087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ID, Age, Gender, Location.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217390"/>
            <a:ext cx="419100" cy="2589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2217390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Product Info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523902"/>
            <a:ext cx="13087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Item, Category, Size, Color, Season.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217390"/>
            <a:ext cx="419100" cy="2589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2217390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Transaction Details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745358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Purchase Amount, Shipping, Payment, Discount, Promo, Subscription.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Quality &amp;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8287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records: 3,900 • Total features: 18 • Missing: Review Rating (median imputed) • Duplicates: None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864048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Numeric: Age, Purchase Amount, Review Rating, Previous Purchases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Categorical: remaining columns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793677"/>
            <a:ext cx="3902943" cy="2211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4985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Exploratory Data Analysis (Python)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2027486"/>
            <a:ext cx="349292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Loaded CSV into Pandas, inspected dimensions &amp; dtypes, generated descriptive stats, and visualized distributions with Matplotlib &amp; Seaborn. Addressed missing values and validated consistency.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593" y="1199555"/>
            <a:ext cx="4339977" cy="24593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3929881"/>
            <a:ext cx="2636937" cy="738560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626790" y="4060552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Load &amp; Inspect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6790" y="4336926"/>
            <a:ext cx="237559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Read CSV, previewed rows/columns.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53532" y="3929881"/>
            <a:ext cx="2636937" cy="738560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3384203" y="4060552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Visuals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384203" y="4336926"/>
            <a:ext cx="237559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Distribution plots &amp; correlations.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10945" y="3929881"/>
            <a:ext cx="2636937" cy="738560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6141616" y="4060552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41616" y="4336926"/>
            <a:ext cx="237559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ratings → median; no duplicates.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6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 Engineering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339" y="1390724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55879" y="1390724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Age Groups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55879" y="1753939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Binned continuous ages into categories for cohort analysis.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4339" y="2491085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55879" y="2491085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Standardization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555879" y="2854300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Renamed columns to snake_case for consistency.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4339" y="3591446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55879" y="3591446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Encoding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555879" y="3954661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Converted categorical variables for SQL and modeling.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Database Integration (PostgreSQL)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8287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Connected Python to PostgreSQL via SQLAlchemy. Imported cleaned data and verified table creation to enable SQL-driven business analysis.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3090863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ETL: Pandas → SQL table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Schema validated for analytics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793677"/>
            <a:ext cx="3902943" cy="2211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22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Analyses Performed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58813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1036028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319180"/>
            <a:ext cx="1426538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product category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787209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By Gender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4070361"/>
            <a:ext cx="1434376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split male vs female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1008594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291746"/>
            <a:ext cx="1426538" cy="302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order by age group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787209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 Products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4070361"/>
            <a:ext cx="1426539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10 SKUs by revenue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609430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Executed queries covering revenue, demographics, product performance, payment &amp; shipping patterns, discounts, frequency, segmentation, and top customers.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448818"/>
            <a:ext cx="486281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dashboard with KPIs and filters to explore customer behavior.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73685"/>
            <a:ext cx="1264741" cy="7816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399606"/>
            <a:ext cx="218063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KPIs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96119" y="3545756"/>
            <a:ext cx="218063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Customers • Total Revenue • Avg Purchase • Avg Rating • Total Previous Purchases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5" y="2573685"/>
            <a:ext cx="1264741" cy="7816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21025" y="3399606"/>
            <a:ext cx="218070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Filters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2721025" y="3545756"/>
            <a:ext cx="218070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Gender, Category, Season, Shipping, Subscription, Payment, Location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29" y="704255"/>
            <a:ext cx="3573140" cy="47641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039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Business Recommendations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49462"/>
            <a:ext cx="1953592" cy="1680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7124" y="1144116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36612" y="1554435"/>
            <a:ext cx="167260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Increase Loyalty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6612" y="1819126"/>
            <a:ext cx="167260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rewards for repeat customers with high previous purchases.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2151" y="1049462"/>
            <a:ext cx="1953592" cy="16802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63156" y="1144116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2702644" y="1554435"/>
            <a:ext cx="167260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Target High-Revenue Categories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02644" y="2016398"/>
            <a:ext cx="167260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Expand inventory &amp; promotions for top-performing categories.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8183" y="1049462"/>
            <a:ext cx="1953592" cy="16802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29188" y="1144116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768676" y="1554435"/>
            <a:ext cx="167260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Seasonal Marketing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68676" y="1819126"/>
            <a:ext cx="167260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Launch targeted promotions during peak seasons.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4215" y="1049462"/>
            <a:ext cx="1953667" cy="168027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95295" y="1144116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834708" y="1554435"/>
            <a:ext cx="167267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Optimize Discounts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834708" y="1819126"/>
            <a:ext cx="167267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Evaluate discount effectiveness to protect margins.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842171"/>
            <a:ext cx="1953592" cy="18712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97124" y="2936825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636612" y="3347145"/>
            <a:ext cx="167260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36612" y="3611835"/>
            <a:ext cx="167260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Offer exclusive benefits to increase subscription adoption.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2151" y="2842171"/>
            <a:ext cx="1953592" cy="187121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463156" y="2936825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2702644" y="3347145"/>
            <a:ext cx="167260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Focus High-Value Customers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2702644" y="3809107"/>
            <a:ext cx="167260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recommendations and premium benefits for top spenders.</a:t>
            </a:r>
            <a:endParaRPr lang="en-US" sz="9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28183" y="2842171"/>
            <a:ext cx="1953592" cy="187121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529188" y="2936825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4768676" y="3347145"/>
            <a:ext cx="167260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Enhance Experience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4768676" y="3611835"/>
            <a:ext cx="167260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products/services with low review ratings.</a:t>
            </a:r>
            <a:endParaRPr lang="en-US" sz="9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94215" y="2842171"/>
            <a:ext cx="1953667" cy="187121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595295" y="2936825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8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6834708" y="3347145"/>
            <a:ext cx="167267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Optimize Shipping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6834708" y="3611835"/>
            <a:ext cx="167267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Promote cost-effective shipping options that maintain satisfaction.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2026-07-12T17:26:27Z</dcterms:created>
  <dcterms:modified xsi:type="dcterms:W3CDTF">2026-07-12T17:26:27Z</dcterms:modified>
</cp:coreProperties>
</file>